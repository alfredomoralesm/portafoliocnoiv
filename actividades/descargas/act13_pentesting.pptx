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ricolage Grotesque SemiBold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51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08199"/>
            <a:ext cx="995635" cy="287139"/>
          </a:xfrm>
          <a:prstGeom prst="roundRect">
            <a:avLst>
              <a:gd name="adj" fmla="val 22118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64853"/>
            <a:ext cx="137841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TEAM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751564" y="1308199"/>
            <a:ext cx="189294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E7B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64968" y="1364853"/>
            <a:ext cx="227572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185519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C2926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25" y="22112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Red Team Report: Pentesting de My File Server1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356682" y="30854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Evaluación de seguridad ofensiva — Resumen ejecutivo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87393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C2926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6682" y="4385440"/>
            <a:ext cx="11478330" cy="1226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Christian Alfredo Morales Meza | CNO IV Seguridad Informática | 01/10/2026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29457"/>
            <a:ext cx="1060622" cy="287139"/>
          </a:xfrm>
          <a:prstGeom prst="roundRect">
            <a:avLst>
              <a:gd name="adj" fmla="val 22118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86111"/>
            <a:ext cx="144339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922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Contexto del Engagement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76631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Ejercicio de pentesting de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caja negra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sobre el activo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"My File Server 1"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simulando un entorno corporativo de almacenamiento de archivos con servicios FTP, SMB/NFS y portal web informativo.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583781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F8E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881" y="379819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Modalidad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75881" y="4206875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credenciales previas | Entorno aislado, sin impacto a producción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583781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F8E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1766" y="379819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Duración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561766" y="4206875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horas 30 minutos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3583781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F8E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650" y="379819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Objetivo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47650" y="4206875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Identificar, explotar y documentar vulnerabilidades actuando como Red Team contratado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4987"/>
            <a:ext cx="691537" cy="147935"/>
          </a:xfrm>
          <a:prstGeom prst="roundRect">
            <a:avLst>
              <a:gd name="adj" fmla="val 22136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19913" y="564158"/>
            <a:ext cx="1184245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METODOLOGÍA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702965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Metodología Aplicada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61475" y="1082873"/>
            <a:ext cx="1147833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ejercicio se basó en el estándar internacional </a:t>
            </a:r>
            <a:r>
              <a:rPr lang="en-US" sz="7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PTES</a:t>
            </a: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(Penetration Testing Execution Standard), garantizando un enfoque sistemático, reproducible y alineado con las mejores prácticas de la industria.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57399"/>
            <a:ext cx="10868745" cy="48909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8699" y="1517527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Reconocimiento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2298699" y="1895063"/>
            <a:ext cx="1902004" cy="356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Recolectar inteligencia inicial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179801" y="5185768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Enumeración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179801" y="5563304"/>
            <a:ext cx="1912454" cy="356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Mapear servicios y hosts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040002" y="1391954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Explotación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040002" y="1769490"/>
            <a:ext cx="1902003" cy="534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Explotar vulnerabilidades críticas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921104" y="5185768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Escalada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921104" y="5563304"/>
            <a:ext cx="1902004" cy="356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Obtener privilegios elevados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1475" y="6204843"/>
            <a:ext cx="1147833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fase se ejecutó de forma controlada, documentando evidencias y midiendo el impacto real sobre el activo.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2110"/>
            <a:ext cx="1243874" cy="251420"/>
          </a:xfrm>
          <a:prstGeom prst="roundRect">
            <a:avLst>
              <a:gd name="adj" fmla="val 2210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1720"/>
            <a:ext cx="165502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GLOBAL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4137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Nivel General de Riesgo: </a:t>
            </a:r>
            <a:r>
              <a:rPr lang="en-US" sz="3250" dirty="0">
                <a:solidFill>
                  <a:srgbClr val="E7BF6A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CRÍTICO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575098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logró el </a:t>
            </a:r>
            <a:r>
              <a:rPr lang="en-US" sz="13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compromiso total del sistema</a:t>
            </a: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(control root) sin recurrir a fuerza bruta ni herramientas avanzadas. La combinación de fallas básicas fue suficiente para tomar control completo del servidor.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96629"/>
            <a:ext cx="5232666" cy="37665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3904" y="2396629"/>
            <a:ext cx="254400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75548" y="2568277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 Críticos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75548" y="2971403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Explotación inmediata sin autenticación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92566" y="2396629"/>
            <a:ext cx="254400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64210" y="2568277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3 Altos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64210" y="2971403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no autorizado con impacto severo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3904" y="3783806"/>
            <a:ext cx="254400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75548" y="3955455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 Medios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75548" y="4358580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Debilidades de configuración explotables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992566" y="3783806"/>
            <a:ext cx="254400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64210" y="3955455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 Bajo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64210" y="4358580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menor, requiere atención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52587"/>
            <a:ext cx="1885407" cy="287139"/>
          </a:xfrm>
          <a:prstGeom prst="roundRect">
            <a:avLst>
              <a:gd name="adj" fmla="val 22118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09241"/>
            <a:ext cx="22681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CRÍTICOS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153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Vulnerabilidades de Mayor Impacto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89448"/>
            <a:ext cx="3496877" cy="26448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2303859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Acceso sin autenticación a servicios de archivos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007816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FTP y SMB permitían escritura anónima, exponiendo el repositorio completo a cualquier atacante en la red.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89448"/>
            <a:ext cx="3496877" cy="26448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2303859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Credenciales expuestas en texto plano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007816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contraseña de usuario estaba publicada en una página pública del sitio web, accesible sin autenticación.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089448"/>
            <a:ext cx="3496877" cy="26448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2303859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Sistema operativo vulnerable a DirtyCOW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007816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kernel desactualizado contenía una falla crítica conocida (CVE-2016-5195) que permite escalar privilegios a root.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61475" y="4946948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5214640"/>
            <a:ext cx="236234" cy="1890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75723" y="5183188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combinación de estas tres fallas permitió el 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total del servidor en pocas horas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sin herramientas avanzadas.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994544" cy="143470"/>
          </a:xfrm>
          <a:prstGeom prst="roundRect">
            <a:avLst>
              <a:gd name="adj" fmla="val 22134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490824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EMPRESARIAL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Escenario de Impacto — Modelo CIA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01328"/>
            <a:ext cx="5434525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1137" y="1584303"/>
            <a:ext cx="5319083" cy="33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Consecuencias para el negocio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17487" y="2530333"/>
            <a:ext cx="5319083" cy="1594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Interrupción operativa:</a:t>
            </a:r>
            <a:r>
              <a:rPr lang="en-US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capacidad de detener servicios críticos de almacenamiento</a:t>
            </a:r>
            <a:endParaRPr lang="en-US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Pérdida o alteración de datos:</a:t>
            </a:r>
            <a:r>
              <a:rPr lang="en-US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modificación o eliminación de archivos corporativos</a:t>
            </a:r>
            <a:endParaRPr lang="en-US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Daño reputacional:</a:t>
            </a:r>
            <a:r>
              <a:rPr lang="en-US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exposición de información sensible ante clientes y reguladores</a:t>
            </a:r>
            <a:endParaRPr lang="en-US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Riesgo regulatorio:</a:t>
            </a:r>
            <a:r>
              <a:rPr lang="en-US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posible incumplimiento de normativas de protección de datos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0421"/>
            <a:ext cx="1748488" cy="287139"/>
          </a:xfrm>
          <a:prstGeom prst="roundRect">
            <a:avLst>
              <a:gd name="adj" fmla="val 22118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27075"/>
            <a:ext cx="21312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RIESGO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331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Matriz de Riesgo: Probabilidad × Impacto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100659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 hallazgos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clasifican según su probabilidad de explotación y el impacto potencial sobre el negocio. Los hallazgos críticos concentran el mayor nivel de riesgo inmediato y requieren atención prioritaria.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480395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Críticos (2):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Alta probabilidad / Alto impacto — explotación inmediata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Altos (3):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Probabilidad media-alta / Impacto alto — acceso no autorizado severo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Medios (2):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Probabilidad media / Impacto medio — debilidades de configuración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Bajo (1):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Probabilidad baja / Impacto bajo — riesgo menor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2119908"/>
            <a:ext cx="5203794" cy="38549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625"/>
            <a:ext cx="1616035" cy="264616"/>
          </a:xfrm>
          <a:prstGeom prst="roundRect">
            <a:avLst>
              <a:gd name="adj" fmla="val 22126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65950" y="607814"/>
            <a:ext cx="2016670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RECOMENDACIONES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84436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Recomendaciones Estratégicas Priorizadas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66985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1946970"/>
            <a:ext cx="5354007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072184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Eliminar credenciales en texto plano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1475" y="2440682"/>
            <a:ext cx="535400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Retirar del servidor web y adoptar gestión segura de secretos.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76113" y="166985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6113" y="1946970"/>
            <a:ext cx="5354107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1" name="Text 9"/>
          <p:cNvSpPr/>
          <p:nvPr/>
        </p:nvSpPr>
        <p:spPr>
          <a:xfrm>
            <a:off x="6176113" y="2072184"/>
            <a:ext cx="53541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Actualizar el kernel del sistema operativo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76113" y="2440682"/>
            <a:ext cx="535410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Parchear DirtyCOW (CVE-2016-5195) y establecer gestión formal de parches.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1475" y="326757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1475" y="3527227"/>
            <a:ext cx="5354007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669903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Deshabilitar accesos anónimos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1475" y="4038402"/>
            <a:ext cx="535400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Eliminar FTP anónimo y sesiones nulas SMB; restringir permisos de escritura.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76113" y="326757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6113" y="3527227"/>
            <a:ext cx="5354107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9" name="Text 17"/>
          <p:cNvSpPr/>
          <p:nvPr/>
        </p:nvSpPr>
        <p:spPr>
          <a:xfrm>
            <a:off x="6176113" y="3669903"/>
            <a:ext cx="53541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Forzar firma SMB y deshabilitar HTTP TRACE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76113" y="4038402"/>
            <a:ext cx="535410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 controles de configuración para reducir superficie de ataque.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1475" y="486529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1475" y="5107583"/>
            <a:ext cx="5354007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267623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Aplicar principio de menor privilegio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1475" y="5636121"/>
            <a:ext cx="535400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y restringir privilegios de cuentas de servicio al mínimo necesario.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76113" y="486529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06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76113" y="5124946"/>
            <a:ext cx="5354107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7" name="Text 25"/>
          <p:cNvSpPr/>
          <p:nvPr/>
        </p:nvSpPr>
        <p:spPr>
          <a:xfrm>
            <a:off x="6176113" y="5267623"/>
            <a:ext cx="53541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Implementar monitoreo centralizado (SIEM)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176113" y="5636121"/>
            <a:ext cx="535410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Detectar actividad anómala y generar alertas automatizadas.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502"/>
            <a:ext cx="1454312" cy="278110"/>
          </a:xfrm>
          <a:prstGeom prst="roundRect">
            <a:avLst>
              <a:gd name="adj" fmla="val 2212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71307" y="613370"/>
            <a:ext cx="1844232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DE ACCIÓN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07554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Roadmap de Remediación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83148" y="1745754"/>
            <a:ext cx="25399" cy="3637359"/>
          </a:xfrm>
          <a:prstGeom prst="roundRect">
            <a:avLst>
              <a:gd name="adj" fmla="val 50001"/>
            </a:avLst>
          </a:prstGeom>
          <a:solidFill>
            <a:srgbClr val="F8ECD3"/>
          </a:solidFill>
          <a:ln/>
        </p:spPr>
      </p:sp>
      <p:sp>
        <p:nvSpPr>
          <p:cNvPr id="6" name="Shape 4"/>
          <p:cNvSpPr/>
          <p:nvPr/>
        </p:nvSpPr>
        <p:spPr>
          <a:xfrm>
            <a:off x="5366013" y="1939032"/>
            <a:ext cx="549261" cy="2540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7" name="Shape 5"/>
          <p:cNvSpPr/>
          <p:nvPr/>
        </p:nvSpPr>
        <p:spPr>
          <a:xfrm>
            <a:off x="5889875" y="1745754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58532" y="1780084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661475" y="1808659"/>
            <a:ext cx="451890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Corto plazo — 0 a 30 días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1475" y="2201069"/>
            <a:ext cx="4518904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Eliminar credenciales expuestas del servidor web. Deshabilitar accesos anónimos en FTP y sesiones nulas en SMB. Acciones de mayor criticidad e impacto inmediato.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6421" y="3026172"/>
            <a:ext cx="549261" cy="2540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12" name="Shape 10"/>
          <p:cNvSpPr/>
          <p:nvPr/>
        </p:nvSpPr>
        <p:spPr>
          <a:xfrm>
            <a:off x="5889875" y="2832894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58532" y="2867223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011316" y="2895798"/>
            <a:ext cx="451890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Mediano plazo — 30 a 90 días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11316" y="3288209"/>
            <a:ext cx="4518904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Actualizar el kernel a versión parchada. Forzar firma de mensajes SMB. Deshabilitar método HTTP TRACE. Restringir escritura sobre ~/.ssh.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66013" y="3967361"/>
            <a:ext cx="549261" cy="2540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17" name="Shape 15"/>
          <p:cNvSpPr/>
          <p:nvPr/>
        </p:nvSpPr>
        <p:spPr>
          <a:xfrm>
            <a:off x="5889875" y="3774083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58532" y="3808412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3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661475" y="3836988"/>
            <a:ext cx="451890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Largo plazo — 90+ días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1475" y="4229398"/>
            <a:ext cx="4518904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SIEM para monitoreo centralizado. Establecer proceso formal de patch management. Revisión integral de privilegios de cuentas de servicio.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1475" y="5582642"/>
            <a:ext cx="10868745" cy="716855"/>
          </a:xfrm>
          <a:prstGeom prst="roundRect">
            <a:avLst>
              <a:gd name="adj" fmla="val 10728"/>
            </a:avLst>
          </a:prstGeom>
          <a:solidFill>
            <a:srgbClr val="F8ECD3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9" y="5835948"/>
            <a:ext cx="228793" cy="18305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56376" y="5805686"/>
            <a:ext cx="1070037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remediación de corto plazo reduce el riesgo crítico en más del </a:t>
            </a: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70%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según el modelo de severidad aplicado.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07133"/>
            <a:ext cx="1241791" cy="287139"/>
          </a:xfrm>
          <a:prstGeom prst="roundRect">
            <a:avLst>
              <a:gd name="adj" fmla="val 22118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63787"/>
            <a:ext cx="162456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698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Conclusión Ejecutiva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743994"/>
            <a:ext cx="3496877" cy="2606774"/>
          </a:xfrm>
          <a:prstGeom prst="roundRect">
            <a:avLst>
              <a:gd name="adj" fmla="val 304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2939355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La causa raíz fue la higiene básica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643313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Accesos por defecto y mala gestión de credenciales permitieron el compromiso total del sistema, sin necesidad de técnicas avanzadas.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743994"/>
            <a:ext cx="3496877" cy="2606774"/>
          </a:xfrm>
          <a:prstGeom prst="roundRect">
            <a:avLst>
              <a:gd name="adj" fmla="val 304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2716" y="2939355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La defensa básica es la primera línea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42716" y="3643313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invertir en controles avanzados, es imprescindible asegurar los fundamentos: parches, credenciales y configuraciones por defecto.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743994"/>
            <a:ext cx="3496877" cy="2606774"/>
          </a:xfrm>
          <a:prstGeom prst="roundRect">
            <a:avLst>
              <a:gd name="adj" fmla="val 304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8600" y="2939355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Prioridad inmediata de acción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8600" y="364331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Actualizar el kernel y eliminar las credenciales expuestas son las acciones de mayor criticidad y menor costo de implementación.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808</Words>
  <Application>Microsoft Office PowerPoint</Application>
  <PresentationFormat>Panorámica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Inter</vt:lpstr>
      <vt:lpstr>Inter Bold</vt:lpstr>
      <vt:lpstr>Arial</vt:lpstr>
      <vt:lpstr>Bricolage Grotesque SemiBold</vt:lpstr>
      <vt:lpstr>Bricolage Grotesque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Alfredo Morales</cp:lastModifiedBy>
  <cp:revision>2</cp:revision>
  <dcterms:created xsi:type="dcterms:W3CDTF">2026-10-02T01:30:40Z</dcterms:created>
  <dcterms:modified xsi:type="dcterms:W3CDTF">2026-10-02T01:40:21Z</dcterms:modified>
</cp:coreProperties>
</file>